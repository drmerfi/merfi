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Proyecto Ejemplo</a:t>
            </a:r>
          </a:p>
          <a:p>
            <a:pPr>
              <a:spcBef>
                <a:spcPts val="14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Presentación generada por M.E.R.F.I.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Síntesis Ejecutiva y Hallazgos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•  ---</a:t>
            </a:r>
          </a:p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•  tipo: proyecto</a:t>
            </a:r>
          </a:p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•  proyecto_id: PROY-001</a:t>
            </a:r>
          </a:p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•  nombre: Proyecto Ejemplo de Optimizacion</a:t>
            </a:r>
          </a:p>
          <a:p>
            <a:pPr>
              <a:spcAft>
                <a:spcPts val="16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•  estado: planificacion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20116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E7490"/>
                </a:solidFill>
                <a:latin typeface="Arial"/>
              </a:defRPr>
            </a:pPr>
            <a:r>
              <a:t>98.5%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64748B"/>
                </a:solidFill>
                <a:latin typeface="Arial"/>
              </a:defRPr>
            </a:pPr>
            <a:r>
              <a:t>Índice de Certeza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